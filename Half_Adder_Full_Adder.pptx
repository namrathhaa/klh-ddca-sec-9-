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457200" y="27432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1+1=10   0+1=1   1+0=1   0+0=0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-457200" y="164592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1+0=1   0+0=0   1+1=10   0+1=1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-457200" y="301752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1+1=10   0+1=1   1+0=1   0+0=0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-457200" y="438912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1+0=1   0+0=0   1+1=10   0+1=1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-457200" y="576072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7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1+1=10   0+1=1   1+0=1   0+0=0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9848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9848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98480" y="2560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98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9848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984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514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and Full Adder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 of Binary Addition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43891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DDCA Course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building blocks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92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binary addition is done at the gate level, one bit at a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half adder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443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two-input circuit that adds a single pair of bits.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57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 adder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95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 with a carry-in so multi-bit addition becomes possible.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them together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474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full adders combine into a ripple-carry adder.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1600200"/>
            <a:ext cx="3794760" cy="3977640"/>
          </a:xfrm>
          <a:prstGeom prst="roundRect">
            <a:avLst>
              <a:gd name="adj" fmla="val 1928"/>
            </a:avLst>
          </a:prstGeom>
          <a:solidFill>
            <a:srgbClr val="EEF5F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19202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2651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(A, B)  —  Half Adder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3108960"/>
            <a:ext cx="2697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8120" y="32461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977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(A, B, Cin)  —  Full Adder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4434840"/>
            <a:ext cx="2697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adder accepts a carry-in — a half adder cannot.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— The Concept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EF5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adds two single binary digits, A and B, and produces a Sum and a Carry.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 =  A ⊕ B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  =  A · B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gives the sum bit (1 when inputs differ); AND gives the carry bit (1 only when both inputs are 1).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12064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Carry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4480560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EEF5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4480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row produces a carry (1+1) — this is where the third input of a full adder becomes necessary.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— Circuit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two outputs — Sum from XOR, Carry from 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1691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3192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1188720" cy="-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3566160"/>
            <a:ext cx="1188720" cy="-10972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35661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3192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286000"/>
            <a:ext cx="1188720" cy="1508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0" y="3566160"/>
            <a:ext cx="1188720" cy="6858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6916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XOR B)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35661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AND B)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402336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8371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XOR gate produces the sum bit — it outputs 1 only when A and B are different.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340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gate produces the carry bit — it outputs 1 only when both A and B are 1.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897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58430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with no carry-in pin, half adders can't be chained for multi-bit addition.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— Why We Need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Multi-bit addition needs a way to pass carries forward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8424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adding numbers with more than one bit, each column may produce a carry that the next column must add 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97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3580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only has two inputs (A, B) — there's no pin for an incoming carry from the previous column.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49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0873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adder adds a third input, Cin, so it can accept the carry from the column before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00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389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accepts and produces a carry, full adders can be chained — one per bit — to add numbers of any width.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63840" y="210312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EEF5F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331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2926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5204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921240" y="27432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21240" y="27432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0" y="2560320"/>
            <a:ext cx="32004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3154680"/>
            <a:ext cx="32004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01200" y="3749040"/>
            <a:ext cx="320040" cy="-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46720" y="429768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 Cout → next column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607040" y="3749040"/>
            <a:ext cx="-937260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— Truth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combinations of A, B and Cin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554480"/>
          <a:ext cx="6858000" cy="36118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Cin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651760" y="5349240"/>
            <a:ext cx="6858000" cy="777240"/>
          </a:xfrm>
          <a:prstGeom prst="roundRect">
            <a:avLst>
              <a:gd name="adj" fmla="val 7059"/>
            </a:avLst>
          </a:prstGeom>
          <a:solidFill>
            <a:srgbClr val="EEF5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651760" y="5349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 ⊕ B ⊕ Cin        Cout = AB + Cin(A ⊕ B)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— Built from Two Half Adders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common, reusable way to construct the full adder circuit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48840" y="17373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173736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1984248"/>
            <a:ext cx="320040" cy="7315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2624328"/>
            <a:ext cx="320040" cy="-10972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17373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057400"/>
            <a:ext cx="320040" cy="-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2423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0" y="2514600"/>
            <a:ext cx="32004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14173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17373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35240" y="173736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06440" y="1965960"/>
            <a:ext cx="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06440" y="1645920"/>
            <a:ext cx="182880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06440" y="2651760"/>
            <a:ext cx="1828800" cy="-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15087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124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(final)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01200" y="1965960"/>
            <a:ext cx="320040" cy="-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21945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Carry2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1200" y="2514600"/>
            <a:ext cx="320040" cy="-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3291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20640" y="2880360"/>
            <a:ext cx="1463040" cy="41148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98480" y="2651760"/>
            <a:ext cx="-3474720" cy="64008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309360" y="42976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EF5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4297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104888" y="406908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50292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983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1 adds A and B, giving a partial sum (Sum1) and a carry (Carry1).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2 adds Sum1 to Cin, giving the final Sum and a second carry (Carry2).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9436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48640" y="5943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Carry1 and Carry2 can never both be 1 at once, an OR gate safely combines them into Cout.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4-bit Ripple Carry Addition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0111 (7) + 0011 (3), one full adder per bit position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554480"/>
          <a:ext cx="777240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  <a:gridCol w="1280160"/>
                <a:gridCol w="118872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Bit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Cin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Cout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(LSB)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(MSB)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1B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19456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Carry-in of the LSB stage is 0 (nothing to carry into the first column); each stage's carry-out feeds the next stage's carry-in.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194560" y="443484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EF5F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94560" y="4434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bits (MSB→LSB) = 1 0 1 0  =  1010₂  =  10₁₀          (7 + 3 = 10 ✓)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EF5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176272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29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inputs (A, B), 2 outputs (Sum, Carry).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88950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one XOR gate and one AND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602736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4564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carry-in — can only be used for the least-significant bit.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15968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169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not enough on its own for multi-bit addition.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37960" y="2176272"/>
            <a:ext cx="91440" cy="91440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2029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inputs (A, B, Cin), 2 outputs (Sum, Cout).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2889504"/>
            <a:ext cx="91440" cy="91440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two half adders plus an OR gate.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602736"/>
            <a:ext cx="91440" cy="91440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34564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carry-in, so it can be chained across bit positions.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4315968"/>
            <a:ext cx="91440" cy="91440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4169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ripple-carry adders and ALUs.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5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used: ripple-carry and carry-look-ahead adders, ALUs in processors, binary counters, and any digital circuit that performs arithmetic.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698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9848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98480" y="2560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698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105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16459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was designed using an XOR gate (Sum) and an AND gate (Carry), covering single-bit addition without a carry-in.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67919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5146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adder was designed by combining two half adders and an OR gate, adding support for a carry-in.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5478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383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full adders bit by bit builds a ripple-carry adder, verified with a worked example: 0111 (7) + 0011 (3) = 1010 (10).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41655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2519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circuits are the foundation of arithmetic in digital systems, from simple counters up to a processor's ALU.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257800"/>
            <a:ext cx="10058400" cy="0"/>
          </a:xfrm>
          <a:prstGeom prst="line">
            <a:avLst/>
          </a:prstGeom>
          <a:noFill/>
          <a:ln w="9525">
            <a:solidFill>
              <a:srgbClr val="3640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M. Morris Mano, Digital Design (Pearson); Patterson &amp; Hennessy, Computer Organization and Design; DDCA course notes; Logisim documentation.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— Half Adder &amp; Full Adder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2026-09-02T09:52:53Z</dcterms:created>
  <dcterms:modified xsi:type="dcterms:W3CDTF">2026-09-02T09:52:53Z</dcterms:modified>
</cp:coreProperties>
</file>